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Прикладная аналитика и алгоритмы (Осень 2013)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Summary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Count: 383</a:t>
            </a:r>
          </a:p>
          <a:p>
            <a:r>
              <a:t>Teacher Count: 1</a:t>
            </a:r>
          </a:p>
          <a:p>
            <a:r>
              <a:t>TA Count: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TMA 1752: Avg Score 70.31</a:t>
            </a:r>
          </a:p>
          <a:p>
            <a:r>
              <a:t>TMA 1753: Avg Score 66.8</a:t>
            </a:r>
          </a:p>
          <a:p>
            <a:r>
              <a:t>TMA 1754: Avg Score 70.44</a:t>
            </a:r>
          </a:p>
          <a:p>
            <a:r>
              <a:t>TMA 1755: Avg Score 70.57</a:t>
            </a:r>
          </a:p>
          <a:p>
            <a:r>
              <a:t>TMA 1756: Avg Score 69.13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(90-100): 1 students (0.3%)</a:t>
            </a:r>
          </a:p>
          <a:p>
            <a:r>
              <a:t>B (80-89): 51 students (14.0%)</a:t>
            </a:r>
          </a:p>
          <a:p>
            <a:r>
              <a:t>C (70-79): 142 students (39.0%)</a:t>
            </a:r>
          </a:p>
          <a:p>
            <a:r>
              <a:t>D (60-69): 96 students (26.4%)</a:t>
            </a:r>
          </a:p>
          <a:p>
            <a:r>
              <a:t>F (&lt;60): 74 students (20.3%)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Students: 383</a:t>
            </a:r>
          </a:p>
          <a:p>
            <a:r>
              <a:t>Overall Class Average: 69.45</a:t>
            </a:r>
          </a:p>
          <a:p>
            <a:r>
              <a:t>Highest Performing Assignment: TMA 1755 (Avg: 70.57)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