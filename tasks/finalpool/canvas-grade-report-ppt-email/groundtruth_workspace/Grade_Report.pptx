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Grade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Прикладная аналитика и алгоритмы (Осень 2013)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Distinction: 9 students (avg score: 87.37)</a:t>
            </a:r>
          </a:p>
          <a:p>
            <a:r>
              <a:t>Fail: 6 students (avg score: 33.49)</a:t>
            </a:r>
          </a:p>
          <a:p>
            <a:r>
              <a:t>Merit: 185 students (avg score: 76.48)</a:t>
            </a:r>
          </a:p>
          <a:p>
            <a:r>
              <a:t>Pass: 164 students (avg score: 60.18)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Course: Прикладная аналитика и алгоритмы (Осень 2013)</a:t>
            </a:r>
          </a:p>
          <a:p>
            <a:r>
              <a:t>Total Enrolled: 385</a:t>
            </a:r>
          </a:p>
          <a:p>
            <a:r>
              <a:t>Graded Students: 364</a:t>
            </a:r>
          </a:p>
          <a:p>
            <a:r>
              <a:t>Overall Average Score: 68.69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 Rate: 98.4%</a:t>
            </a:r>
          </a:p>
          <a:p>
            <a:r>
              <a:t>Distinction Count: 9</a:t>
            </a:r>
          </a:p>
          <a:p>
            <a:r>
              <a:t>Fail Count: 6</a:t>
            </a:r>
          </a:p>
          <a:p>
            <a:r>
              <a:t>Most Common Grade: Merit (185 students)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