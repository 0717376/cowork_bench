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Sector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Report - 2026-03-06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 Stock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GAZP.ME (Energy): close 208.63 RUB, YTD 6.46%, period 0.8% ; LKOH.ME (Energy): close 3727.1 RUB, YTD -0.59%, period 2.32% ; MGNT.ME (Consumer): close 4182.19 RUB, YTD -4.64%, period -7.81% ; MTSS.ME (Telecom): close 255.06 RUB, YTD -5.46%, period -3.96% ; SBER.ME (Financials): close 120.82 RUB, YTD -3.9%, period -10.56% ; TCSG.ME (Financials): close 1824.57 RUB, YTD -6.59%, period -5.41%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Consumer: 1 акций, avg YTD -4.64%, avg period -7.81% ; Energy: 2 акций, avg YTD 2.94%, avg period 1.56% ; Financials: 2 акций, avg YTD -5.25%, avg period -7.99% ; Telecom: 1 акций, avg YTD -5.46%, avg period -3.96%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Лучший сектор по YTD: Energy. Худший сектор по YTD: Telecom. Лучшая акция по YTD: GAZP.ME (6.46%). Худшая акция по YTD: TCSG.ME (-6.59%).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