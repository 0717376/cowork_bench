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Стратегия динамического ценообразования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Содержание раздела: Стратегия динамического ценообразования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Рыночный контекст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Содержание раздела: Рыночный контекст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Анализ товарного портфеля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Содержание раздела: Анализ товарного портфеля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Рекомендации по ценообразованию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Содержание раздела: Рекомендации по ценообразованию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Прогноз финансового эффекта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Содержание раздела: Прогноз финансового эффекта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