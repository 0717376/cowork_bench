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Shipping Zone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Date: 2026-03-06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Zone: Доставка по РФ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Count: 144</a:t>
            </a:r>
          </a:p>
          <a:p>
            <a:r>
              <a:t>Total Shipping Cost: 1033.92</a:t>
            </a:r>
          </a:p>
          <a:p>
            <a:r>
              <a:t>Average Shipping Cost: 7.18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Zone: Москва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Count: 6</a:t>
            </a:r>
          </a:p>
          <a:p>
            <a:r>
              <a:t>Total Shipping Cost: 38.96</a:t>
            </a:r>
          </a:p>
          <a:p>
            <a:r>
              <a:t>Average Shipping Cost: 6.49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Orders: 150</a:t>
            </a:r>
          </a:p>
          <a:p>
            <a:r>
              <a:t>Total Shipping Revenue: 1072.88</a:t>
            </a:r>
          </a:p>
          <a:p>
            <a:r>
              <a:t>Active Shipping Zones: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