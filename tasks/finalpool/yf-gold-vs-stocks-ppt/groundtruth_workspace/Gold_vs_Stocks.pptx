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 vs Stock Market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Анализ за период с марта 2025 по март 2026 года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Price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Gold_Close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IMOEX_Close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2025-03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4149.40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2915.40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2025-04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4255.25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2912.39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2025-05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4288.75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2856.85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2025-06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4276.99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2847.66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2025-12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4837.35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2997.02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2026-01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4824.81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3060.09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2026-02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3041.83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2026-03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3031.25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За двенадцать месяцев золото показало лучшую динамику, чем индекс МосБиржи. Золото выросло примерно на 15.8%, тогда как индекс МосБиржи (IMOEX) — примерно на 4.0%. Таким образом, золото опередило фондовый рынок по общему процентному изменению цены.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