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Fall 2013 Enrollment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Academic Review Meeting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FFF-2013J: Основы финансов (Осень 2013)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Students Enrolled: 2283</a:t>
            </a:r>
          </a:p>
          <a:p>
            <a:r>
              <a:t>Teachers: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BBB-2013J: Биохимия и биоинформатика (Осень 2013)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Students Enrolled: 2237</a:t>
            </a:r>
          </a:p>
          <a:p>
            <a:r>
              <a:t>Teachers: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DDD-2013J: Проектирование на основе данных (Осень 2013)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Students Enrolled: 1938</a:t>
            </a:r>
          </a:p>
          <a:p>
            <a:r>
              <a:t>Teachers: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EEE-2013J: Экологическая экономика и этика (Осень 2013)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Students Enrolled: 1052</a:t>
            </a:r>
          </a:p>
          <a:p>
            <a:r>
              <a:t>Teachers: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GGG-2013J: Глобальное управление и геополитика (Осень 2013)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Students Enrolled: 952</a:t>
            </a:r>
          </a:p>
          <a:p>
            <a:r>
              <a:t>Teachers: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AAA-2013J: Прикладная аналитика и алгоритмы (Осень 2013)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Students Enrolled: 383</a:t>
            </a:r>
          </a:p>
          <a:p>
            <a:r>
              <a:t>Teachers: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Enrollment Summary - Fall 2013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Students Enrolled: 8,845</a:t>
            </a:r>
          </a:p>
          <a:p>
            <a:r>
              <a:t>Total Courses: 6</a:t>
            </a:r>
          </a:p>
          <a:p>
            <a:r>
              <a:t>Largest Course: Основы финансов (FFF-2013J) - 2,283 students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