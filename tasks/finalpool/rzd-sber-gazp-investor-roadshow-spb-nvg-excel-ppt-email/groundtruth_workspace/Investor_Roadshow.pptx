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Roadshow 2026 — SBER.ME &amp; GAZP.ME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Аналитический департамент Fund Manager</a:t>
            </a:r>
          </a:p>
          <a:p>
            <a:r>
              <a:t>Маршрут: Санкт-Петербург (2026-03-10) + Великий Новгород (2026-03-12)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Город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Поезд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Отпр.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Приб.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Класс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Цена ₽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Санкт-Петербург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752А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06:50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Бизнес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Великий Новгород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818А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Бизнес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 — SBER.ME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ПАО Сбербанк (SBER.ME) — основной эмитент</a:t>
            </a:r>
          </a:p>
          <a:p>
            <a:r>
              <a:t>Revenue 2025: 3889.4 ₽ млрд</a:t>
            </a:r>
          </a:p>
          <a:p>
            <a:r>
              <a:t>Net Income 2025: 1084.48 ₽ млрд</a:t>
            </a:r>
          </a:p>
          <a:p>
            <a:r>
              <a:t>Revenue 2024: 3578.25 ₽ млрд</a:t>
            </a:r>
          </a:p>
          <a:p>
            <a:r>
              <a:t>Net Income 2024: 954.34 ₽ млрд</a:t>
            </a:r>
          </a:p>
          <a:p>
            <a:r>
              <a:t>EPS (TTM): 50.4 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Performance — 30-дневная динамика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Сравнение SBER.ME и GAZP.ME</a:t>
            </a:r>
          </a:p>
          <a:p>
            <a:r>
              <a:t>SBER.ME: текущая 120.82 ₽, Δ30d = -5.31%</a:t>
            </a:r>
          </a:p>
          <a:p>
            <a:r>
              <a:t>GAZP.ME: текущая 208.63 ₽, Δ30d = +0.03%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Consensus — SBER.ME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Buy: 20, Hold: 5, Sell: 1</a:t>
            </a:r>
          </a:p>
          <a:p>
            <a:r>
              <a:t>Overall consensus: Buy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