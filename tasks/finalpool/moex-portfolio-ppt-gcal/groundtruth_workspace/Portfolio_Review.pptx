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Q2 2026 Portfolio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SBER.ME, GAZP.ME, LKOH.ME, MGNT.ME, MTSS.ME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Portfolio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Stocks: SBER.ME, GAZP.ME, LKOH.ME, MGNT.ME, MTSS.ME</a:t>
            </a:r>
          </a:p>
          <a:p>
            <a:r>
              <a:t>Period: Q2 2026 (2026-03-01 - 2026-05-31)</a:t>
            </a:r>
          </a:p>
          <a:p>
            <a:r>
              <a:t>Best Performer: GAZP.ME (6.5%)</a:t>
            </a:r>
          </a:p>
          <a:p>
            <a:r>
              <a:t>Worst Performer: MTSS.ME (-5.5%)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SBER.ME - Q2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Price: 125.72</a:t>
            </a:r>
          </a:p>
          <a:p>
            <a:r>
              <a:t>End Price: 120.82</a:t>
            </a:r>
          </a:p>
          <a:p>
            <a:r>
              <a:t>Return: -3.9%</a:t>
            </a:r>
          </a:p>
          <a:p>
            <a:r>
              <a:t>Quarter High: 139.11</a:t>
            </a:r>
          </a:p>
          <a:p>
            <a:r>
              <a:t>Quarter Low: 119.69</a:t>
            </a:r>
          </a:p>
          <a:p>
            <a:r>
              <a:t>Avg Daily Volume: 10000000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GAZP.ME - Q2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Price: 195.98</a:t>
            </a:r>
          </a:p>
          <a:p>
            <a:r>
              <a:t>End Price: 208.63</a:t>
            </a:r>
          </a:p>
          <a:p>
            <a:r>
              <a:t>Return: 6.5%</a:t>
            </a:r>
          </a:p>
          <a:p>
            <a:r>
              <a:t>Quarter High: 217.31</a:t>
            </a:r>
          </a:p>
          <a:p>
            <a:r>
              <a:t>Quarter Low: 191.64</a:t>
            </a:r>
          </a:p>
          <a:p>
            <a:r>
              <a:t>Avg Daily Volume: 5000000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LKOH.ME - Q2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Price: 3749.17</a:t>
            </a:r>
          </a:p>
          <a:p>
            <a:r>
              <a:t>End Price: 3727.10</a:t>
            </a:r>
          </a:p>
          <a:p>
            <a:r>
              <a:t>Return: -0.6%</a:t>
            </a:r>
          </a:p>
          <a:p>
            <a:r>
              <a:t>Quarter High: 3892.89</a:t>
            </a:r>
          </a:p>
          <a:p>
            <a:r>
              <a:t>Quarter Low: 3557.91</a:t>
            </a:r>
          </a:p>
          <a:p>
            <a:r>
              <a:t>Avg Daily Volume: 5000000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MGNT.ME - Q2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Price: 4385.64</a:t>
            </a:r>
          </a:p>
          <a:p>
            <a:r>
              <a:t>End Price: 4182.19</a:t>
            </a:r>
          </a:p>
          <a:p>
            <a:r>
              <a:t>Return: -4.6%</a:t>
            </a:r>
          </a:p>
          <a:p>
            <a:r>
              <a:t>Quarter High: 4624.58</a:t>
            </a:r>
          </a:p>
          <a:p>
            <a:r>
              <a:t>Quarter Low: 3996.84</a:t>
            </a:r>
          </a:p>
          <a:p>
            <a:r>
              <a:t>Avg Daily Volume: 5000000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MTSS.ME - Q2 2026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 Price: 269.81</a:t>
            </a:r>
          </a:p>
          <a:p>
            <a:r>
              <a:t>End Price: 255.06</a:t>
            </a:r>
          </a:p>
          <a:p>
            <a:r>
              <a:t>Return: -5.5%</a:t>
            </a:r>
          </a:p>
          <a:p>
            <a:r>
              <a:t>Quarter High: 285.64</a:t>
            </a:r>
          </a:p>
          <a:p>
            <a:r>
              <a:t>Quarter Low: 244.45</a:t>
            </a:r>
          </a:p>
          <a:p>
            <a:r>
              <a:t>Avg Daily Volume: 5000000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Best Performer: GAZP.ME (6.5% return)</a:t>
            </a:r>
          </a:p>
          <a:p>
            <a:r>
              <a:t>Worst Performer: MTSS.ME (-5.5% return)</a:t>
            </a:r>
          </a:p>
          <a:p>
            <a:r>
              <a:t>Average Portfolio Return: -1.6%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