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Monthly Sales Performance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E-Commerce Monthly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Revenue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Breakdown (All Order Statuses):</a:t>
            </a:r>
          </a:p>
          <a:p>
            <a:r>
              <a:t>January: 14 orders, $5,938.09</a:t>
            </a:r>
          </a:p>
          <a:p>
            <a:r>
              <a:t>February: 13 orders, $5,615.02</a:t>
            </a:r>
          </a:p>
          <a:p>
            <a:r>
              <a:t>March: 14 orders, $2,089.69</a:t>
            </a:r>
          </a:p>
          <a:p>
            <a:r>
              <a:t>April: 9 orders, $4,349.71</a:t>
            </a:r>
          </a:p>
          <a:p>
            <a:r>
              <a:t>May: 10 orders, $6,023.29</a:t>
            </a:r>
          </a:p>
          <a:p>
            <a:r>
              <a:t>June: 11 orders, $9,555.69</a:t>
            </a:r>
          </a:p>
          <a:p>
            <a:r>
              <a:t>July: 8 orders, $3,921.19</a:t>
            </a:r>
          </a:p>
          <a:p>
            <a:r>
              <a:t>August: 17 orders, $3,873.37</a:t>
            </a:r>
          </a:p>
          <a:p>
            <a:r>
              <a:t>September: 17 orders, $5,842.43</a:t>
            </a:r>
          </a:p>
          <a:p>
            <a:r>
              <a:t>October: 11 orders, $4,447.76</a:t>
            </a:r>
          </a:p>
          <a:p>
            <a:r>
              <a:t>November: 9 orders, $1,212.05</a:t>
            </a:r>
          </a:p>
          <a:p>
            <a:r>
              <a:t>December: 17 orders, $8,843.75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Volume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 Volume Analysis:</a:t>
            </a:r>
          </a:p>
          <a:p>
            <a:r>
              <a:t>Total Orders: 150</a:t>
            </a:r>
          </a:p>
          <a:p>
            <a:r>
              <a:t>Average Monthly Orders: 12.5</a:t>
            </a:r>
          </a:p>
          <a:p>
            <a:r>
              <a:t>Peak Order Month: August (17 orders)</a:t>
            </a:r>
          </a:p>
          <a:p>
            <a:r>
              <a:t>Lowest Order Month: July (8 orders)</a:t>
            </a:r>
          </a:p>
          <a:p/>
          <a:p>
            <a:r>
              <a:t>Several months tie at peak volume (17 orders). November sees a revenue dip before the year-end surge.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Peak Revenue Month: June ($9,555.69)</a:t>
            </a:r>
          </a:p>
          <a:p>
            <a:r>
              <a:t>Lowest Revenue Month: November ($1,212.05)</a:t>
            </a:r>
          </a:p>
          <a:p>
            <a:r>
              <a:t>Total Annual Revenue: $61,712.04</a:t>
            </a:r>
          </a:p>
          <a:p>
            <a:r>
              <a:t>Total Annual Orders: 150</a:t>
            </a:r>
          </a:p>
          <a:p>
            <a:r>
              <a:t>Average Monthly Revenue: $5,142.67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Investigate low-revenue months for targeted promotions</a:t>
            </a:r>
          </a:p>
          <a:p>
            <a:r>
              <a:t>2. Replicate December success strategies in Q1 and Q3</a:t>
            </a:r>
          </a:p>
          <a:p>
            <a:r>
              <a:t>3. Review inventory planning based on monthly order volume trends</a:t>
            </a:r>
          </a:p>
          <a:p>
            <a:r>
              <a:t>4. Set monthly revenue targets based on historical performance</a:t>
            </a:r>
          </a:p>
          <a:p>
            <a:r>
              <a:t>5. Schedule quarterly stakeholder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