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Анализ клиентских сегментов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36699"/>
                </a:solidFill>
              </a:defRPr>
            </a:pPr>
            <a:r>
              <a:t>Ежеквартальный бизнес-обзор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</a:defRPr>
            </a:pPr>
            <a:r>
              <a:t>Отдел стратегии продаж | Q1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Обзор эффективности сегментов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t>Segment          Customers     Orders         Revenue        AOV    Rev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/>
            </a:pPr>
            <a:r>
              <a:t>Частные клиенты               532      5,423 $    839,609.20 $   154.82    27.5%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/>
            </a:pPr>
            <a:r>
              <a:t>Корпоративный             513      5,058 $    793,741.69 $   156.93    26.0%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/>
            </a:pPr>
            <a:r>
              <a:t>Государственный             474      4,679 $    712,686.66 $   152.32    23.4%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7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/>
            </a:pPr>
            <a:r>
              <a:t>Малый и средний бизнес                    481      4,840 $    702,960.78 $   145.24    23.1%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5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00"/>
                </a:solidFill>
              </a:defRPr>
            </a:pPr>
            <a:r>
              <a:t>Total Revenue: $3,048,998.33 across 2,000 customers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Разбивка по регионам и сегментам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</a:defRPr>
            </a:pPr>
            <a:r>
              <a:t>Region           Segment       Customers   Orders        Revenue Profit Idx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Азиатско-Тихоокеанский регион     Частные клиенты            105     1068 $   161,397.65      45.6%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105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Азиатско-Тихоокеанский регион     Корпоративный          107     1098 $   180,552.51      45.1%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6654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Азиатско-Тихоокеанский регион     Государственный          103     1023 $   150,502.27      45.5%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2257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Азиатско-Тихоокеанский регион     Малый и средний бизнес                 101     1009 $   150,192.38      45.5%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Европа           Частные клиенты            110     1132 $   178,662.18      45.6%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Европа           Корпоративный          104     1018 $   174,466.99      45.2%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90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Европа           Государственный           97      943 $   136,984.90      45.2%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467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Европа           Малый и средний бизнес                  99     1007 $   158,684.40      45.3%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0273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Латинская Америка    Частные клиенты             98     1008 $   163,035.19      44.8%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58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Латинская Америка    Корпоративный           93      932 $   145,933.84      45.8%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Латинская Америка    Государственный           85      836 $   128,210.82      44.9%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708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Латинская Америка    Малый и средний бизнес                  92      921 $   111,949.30      45.3%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2686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Ближний Восток      Частные клиенты            106     1081 $   158,475.82      45.1%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8289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Ближний Восток      Корпоративный           92      913 $   134,638.81      45.1%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38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Ближний Восток      Государственный           94      902 $   147,075.70      45.1%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94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Ближний Восток      Малый и средний бизнес                 101      976 $   161,917.22      45.2%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509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Северная Америка    Частные клиенты            113     1134 $   178,038.36      45.3%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0702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Северная Америка    Корпоративный          117     1097 $   158,149.54      44.9%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1630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Северная Америка    Государственный           95      975 $   149,912.97      45.2%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Северная Америка    Малый и средний бизнес                  88      927 $   120,217.48      45.7%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Стратегическая матрица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B4"/>
                </a:solidFill>
              </a:defRPr>
            </a:pPr>
            <a:r>
              <a:t>Частные клиенты: Cash Cow (Rev: 27.5%, Growth: Low, Profit: 45.3%)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783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</a:defRPr>
            </a:pPr>
            <a:r>
              <a:t>Action: Сохранять текущую стратегию и оптимизировать маржу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000"/>
                </a:solidFill>
              </a:defRPr>
            </a:pPr>
            <a:r>
              <a:t>Корпоративный: Star (Rev: 26.0%, Growth: High, Profit: 45.2%)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97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</a:defRPr>
            </a:pPr>
            <a:r>
              <a:t>Action: Максимизировать инвестиции и расширять долю рынка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0000"/>
                </a:solidFill>
              </a:defRPr>
            </a:pPr>
            <a:r>
              <a:t>Государственный: Dog (Rev: 23.4%, Growth: Low, Profit: 45.2%)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11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</a:defRPr>
            </a:pPr>
            <a:r>
              <a:t>Action: Сокращать издержки и рассмотреть реструктуризацию подхода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0000"/>
                </a:solidFill>
              </a:defRPr>
            </a:pPr>
            <a:r>
              <a:t>Малый и средний бизнес: Dog (Rev: 23.1%, Growth: Low, Profit: 45.4%)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26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</a:defRPr>
            </a:pPr>
            <a:r>
              <a:t>Action: Сокращать издержки и рассмотреть реструктуризацию подхода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Ключевые возможности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t>1. Корпоративный segment shows high growth (50.7% recent orders) with strong revenue contribution (26.0%) - maximize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t>2. Частные клиенты segment leads in revenue ($839,609.20, 27.5% share) - maintain and optimize as Cash Cow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t>3. Азиатско-Тихоокеанский регион and Европа are the strongest regions across segments - focus expansion there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5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t>4. All segments show similar profitability (~45%) suggesting pricing strategy is consistent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7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t>5. Малый и средний бизнес and Государственный segments need targeted campaigns to accelerate growth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t>1. Increase sales team allocation for Корпоративный segment to capitalize on growth momentum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t>2. Develop targeted retention programs for Частные клиенты segment to protect leading revenue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t>3. Investigate Государственный and Малый и средний бизнес segments for potential restructuring or new value propositions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5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t>4. Launch customer satisfaction survey across segments to gather actionable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7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t>5. Review regional pricing and discount strategies to improve Малый и средний бизнес average order values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