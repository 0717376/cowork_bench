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Командный кулинарный воркшоп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Весёлое командообразующее мероприятие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Греческий салат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Помидор 3 шт</a:t>
            </a:r>
          </a:p>
          <a:p>
            <a:r>
              <a:t>- Огурец свежий 2 шт</a:t>
            </a:r>
          </a:p>
          <a:p>
            <a:r>
              <a:t>- Перец болгарский 1 шт</a:t>
            </a:r>
          </a:p>
          <a:p>
            <a:r>
              <a:t>- Лук красный 1 шт</a:t>
            </a:r>
          </a:p>
          <a:p>
            <a:r>
              <a:t>- Сыр фета 150 г</a:t>
            </a:r>
          </a:p>
          <a:p>
            <a:r>
              <a:t>- Маслины без косточек 100 г</a:t>
            </a:r>
          </a:p>
          <a:p>
            <a:r>
              <a:t>- Масло оливковое 3 ст.л</a:t>
            </a:r>
          </a:p>
          <a:p>
            <a:r>
              <a:t>- Уксус винный 1 ст.л</a:t>
            </a:r>
          </a:p>
          <a:p>
            <a:r>
              <a:t>- Орегано сушёный (щепотка)</a:t>
            </a:r>
          </a:p>
          <a:p>
            <a:r>
              <a:t>- Соль (по вкусу)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Греческий салат — Шаги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Овощи нарезать крупными кубиками, лук — кольцами.</a:t>
            </a:r>
          </a:p>
          <a:p>
            <a:r>
              <a:t>2. Фету нарезать кубиками, добавить к овощам с маслинами.</a:t>
            </a:r>
          </a:p>
          <a:p>
            <a:r>
              <a:t>3. Заправить смесью масла, уксуса, орегано и соли, аккуратно перемешать.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Картофельное пюре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Картофель 1000 г</a:t>
            </a:r>
          </a:p>
          <a:p>
            <a:r>
              <a:t>- Молоко 200 мл — горячее</a:t>
            </a:r>
          </a:p>
          <a:p>
            <a:r>
              <a:t>- Масло сливочное 80 г</a:t>
            </a:r>
          </a:p>
          <a:p>
            <a:r>
              <a:t>- Соль (по вкусу)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Картофельное пюре — Шаги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Картофель очистить, нарезать на 4 части, залить водой, посолить.</a:t>
            </a:r>
          </a:p>
          <a:p>
            <a:r>
              <a:t>2. Варить до мягкости 20-25 минут, слить воду.</a:t>
            </a:r>
          </a:p>
          <a:p>
            <a:r>
              <a:t>3. Размять толкушкой, добавить масло и горячее молоко.</a:t>
            </a:r>
          </a:p>
          <a:p>
            <a:r>
              <a:t>4. Взбить до однородности, посолить по вкусу.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Сырники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Творог 9% 500 г</a:t>
            </a:r>
          </a:p>
          <a:p>
            <a:r>
              <a:t>- Яйцо куриное 2 шт</a:t>
            </a:r>
          </a:p>
          <a:p>
            <a:r>
              <a:t>- Сахар 3 ст.л</a:t>
            </a:r>
          </a:p>
          <a:p>
            <a:r>
              <a:t>- Мука пшеничная 100 г</a:t>
            </a:r>
          </a:p>
          <a:p>
            <a:r>
              <a:t>- Изюм 50 г</a:t>
            </a:r>
          </a:p>
          <a:p>
            <a:r>
              <a:t>- Ванильный сахар 1 пакетик</a:t>
            </a:r>
          </a:p>
          <a:p>
            <a:r>
              <a:t>- Масло растительное 50 мл — для жарки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Сырники — Шаги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Творог протереть через сито, смешать с яйцами, сахаром и ванилью.</a:t>
            </a:r>
          </a:p>
          <a:p>
            <a:r>
              <a:t>2. Добавить муку и изюм, замесить мягкое тесто.</a:t>
            </a:r>
          </a:p>
          <a:p>
            <a:r>
              <a:t>3. Сформировать круглые лепёшки, обвалять в муке.</a:t>
            </a:r>
          </a:p>
          <a:p>
            <a:r>
              <a:t>4. Жарить на разогретом масле по 3 минуты с каждой стороны до золотистой корочки.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Приятного аппетита!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Спасибо за участие!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