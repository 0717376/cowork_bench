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Course Benchmark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Academic Year Review</a:t>
            </a:r>
          </a:p>
          <a:p>
            <a:r>
              <a:t>Office of Academic Affairs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Прикладная аналитика и алгоритмы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Enrollment: 374 vs National 250 (above by 124)</a:t>
            </a:r>
          </a:p>
          <a:p>
            <a:r>
              <a:t>Assignments: 6.0 vs National 8 (below by 2.0)</a:t>
            </a:r>
          </a:p>
          <a:p>
            <a:r>
              <a:t>Quizzes: 0.0 vs National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Биохимия и биоинформатика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Enrollment: 1977 vs National 1500 (above by 477)</a:t>
            </a:r>
          </a:p>
          <a:p>
            <a:r>
              <a:t>Assignments: 10.5 vs National 12 (below by 1.5)</a:t>
            </a:r>
          </a:p>
          <a:p>
            <a:r>
              <a:t>Quizzes: 5.0 vs National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Креативные вычисления и культура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Enrollment: 2217 vs National 1800 (above by 417)</a:t>
            </a:r>
          </a:p>
          <a:p>
            <a:r>
              <a:t>Assignments: 10.0 vs National 8 (above by 2.0)</a:t>
            </a:r>
          </a:p>
          <a:p>
            <a:r>
              <a:t>Quizzes: 4.0 vs National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Проектирование на основе данных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Enrollment: 1568 vs National 1200 (above by 368)</a:t>
            </a:r>
          </a:p>
          <a:p>
            <a:r>
              <a:t>Assignments: 8.8 vs National 10 (below by 1.2)</a:t>
            </a:r>
          </a:p>
          <a:p>
            <a:r>
              <a:t>Quizzes: 7.0 vs National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Экологическая экономика и этика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Enrollment: 978 vs National 800 (above by 178)</a:t>
            </a:r>
          </a:p>
          <a:p>
            <a:r>
              <a:t>Assignments: 5.0 vs National 7 (below by 2.0)</a:t>
            </a:r>
          </a:p>
          <a:p>
            <a:r>
              <a:t>Quizzes: 0.0 vs National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Основы финансов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Enrollment: 1941 vs National 1600 (above by 341)</a:t>
            </a:r>
          </a:p>
          <a:p>
            <a:r>
              <a:t>Assignments: 13.0 vs National 11 (above by 2.0)</a:t>
            </a:r>
          </a:p>
          <a:p>
            <a:r>
              <a:t>Quizzes: 7.0 vs National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Глобальное управление и геополитика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Enrollment: 845 vs National 600 (above by 245)</a:t>
            </a:r>
          </a:p>
          <a:p>
            <a:r>
              <a:t>Assignments: 10.0 vs National 9 (above by 1.0)</a:t>
            </a:r>
          </a:p>
          <a:p>
            <a:r>
              <a:t>Quizzes: 6.0 vs National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Courses Above National Enrollment:</a:t>
            </a:r>
          </a:p>
          <a:p>
            <a:r>
              <a:t>  - Прикладная аналитика и алгоритмы</a:t>
            </a:r>
          </a:p>
          <a:p>
            <a:r>
              <a:t>  - Биохимия и биоинформатика</a:t>
            </a:r>
          </a:p>
          <a:p>
            <a:r>
              <a:t>  - Креативные вычисления и культура</a:t>
            </a:r>
          </a:p>
          <a:p>
            <a:r>
              <a:t>  - Проектирование на основе данных</a:t>
            </a:r>
          </a:p>
          <a:p>
            <a:r>
              <a:t>  - Экологическая экономика и этика</a:t>
            </a:r>
          </a:p>
          <a:p>
            <a:r>
              <a:t>  - Основы финансов</a:t>
            </a:r>
          </a:p>
          <a:p>
            <a:r>
              <a:t>  - Глобальное управление и геополитика</a:t>
            </a:r>
          </a:p>
          <a:p/>
          <a:p>
            <a:r>
              <a:t>All course types exceed national enrollment benchmarks.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