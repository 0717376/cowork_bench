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&amp; Sales 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Анализ корреляции между российским рынком (MOEX) и продажами компании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Stock 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Ключевые эмитенты Мосбиржи: SBER.ME, GAZP.ME, LKOH.ME, TCSG.ME, MGNT.ME, MTSS.ME. Цены и изменение в 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Performance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Помесячная выручка из хранилища ClickHouse (SALES_DW) в рублях; восходящий тренд.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Сильная связь SBER.ME-TCSG.ME (0.72); нефтегаз GAZP.ME-LKOH.ME (0.62).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Согласовать инвестиционную стратегию с динамикой продаж; усилить диверсификацию по секторам.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