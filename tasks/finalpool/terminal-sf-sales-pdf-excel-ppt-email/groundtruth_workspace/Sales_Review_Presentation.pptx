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2025 Sales Territory Review: обзор результативности торговых территорий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Квартальный анализ результативности — 1 квартал 2025 года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Результативность регионов относительно планов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Азиатско-Тихоокеанский регион: $68,299 против плана $69,500 (-1.7%) — план не выполнен (Missed)</a:t>
            </a:r>
          </a:p>
          <a:p>
            <a:pPr>
              <a:defRPr sz="1800"/>
            </a:pPr>
            <a:r>
              <a:t>Ближний Восток: $72,525 против плана $71,500 (+1.4%) — план выполнен (Met)</a:t>
            </a:r>
          </a:p>
          <a:p>
            <a:pPr>
              <a:defRPr sz="1800"/>
            </a:pPr>
            <a:r>
              <a:t>Европа: $87,065 против плана $86,000 (+1.2%) — план выполнен (Met)</a:t>
            </a:r>
          </a:p>
          <a:p>
            <a:pPr>
              <a:defRPr sz="1800"/>
            </a:pPr>
            <a:r>
              <a:t>Латинская Америка: $65,042 против плана $66,000 (-1.5%) — план не выполнен (Missed)</a:t>
            </a:r>
          </a:p>
          <a:p>
            <a:pPr>
              <a:defRPr sz="1800"/>
            </a:pPr>
            <a:r>
              <a:t>Северная Америка: $80,916 против плана $82,000 (-1.3%) — план не выполнен (Missed)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клиентских сегментов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Государственный: 317 клиентов, 539 заказов, выручка $84,554</a:t>
            </a:r>
          </a:p>
          <a:p>
            <a:pPr>
              <a:defRPr sz="1800"/>
            </a:pPr>
            <a:r>
              <a:t>Корпоративный: 367 клиентов, 631 заказ, выручка $107,247</a:t>
            </a:r>
          </a:p>
          <a:p>
            <a:pPr>
              <a:defRPr sz="1800"/>
            </a:pPr>
            <a:r>
              <a:t>Малый и средний бизнес: 336 клиентов, 595 заказов, выручка $73,229</a:t>
            </a:r>
          </a:p>
          <a:p>
            <a:pPr>
              <a:defRPr sz="1800"/>
            </a:pPr>
            <a:r>
              <a:t>Частные клиенты: 389 клиентов, 710 заказов, выручка $108,817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Лучшие товары по выручке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Fire-Boltt Ninja Call Pro Plus: $11,216</a:t>
            </a:r>
          </a:p>
          <a:p>
            <a:pPr>
              <a:defRPr sz="1800"/>
            </a:pPr>
            <a:r>
              <a:t>Samsung 108 cm Crystal 4K Neo: $8,772</a:t>
            </a:r>
          </a:p>
          <a:p>
            <a:pPr>
              <a:defRPr sz="1800"/>
            </a:pPr>
            <a:r>
              <a:t>OnePlus 10R 5G: $8,159</a:t>
            </a:r>
          </a:p>
          <a:p>
            <a:pPr>
              <a:defRPr sz="1800"/>
            </a:pPr>
            <a:r>
              <a:t>OnePlus 11R 5G: $7,563</a:t>
            </a:r>
          </a:p>
          <a:p>
            <a:pPr>
              <a:defRPr sz="1800"/>
            </a:pPr>
            <a:r>
              <a:t>OnePlus 11 5G: $7,059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Ближний Восток и Европа перевыполнили планы — отметить сильные команды и закрепить стратегию</a:t>
            </a:r>
          </a:p>
          <a:p>
            <a:pPr>
              <a:defRPr sz="1800"/>
            </a:pPr>
            <a:r>
              <a:t>Азиатско-Тихоокеанский регион отстал на 1.7% — проанализировать конкурентную среду</a:t>
            </a:r>
          </a:p>
          <a:p>
            <a:pPr>
              <a:defRPr sz="1800"/>
            </a:pPr>
            <a:r>
              <a:t>Северная Америка отстала на 1.3% — рассмотреть дополнительные маркетинговые инвестиции</a:t>
            </a:r>
          </a:p>
          <a:p>
            <a:pPr>
              <a:defRPr sz="1800"/>
            </a:pPr>
            <a:r>
              <a:t>Латинская Америка отстала на 1.5% — пересмотреть план работы с ключевыми клиентами</a:t>
            </a:r>
          </a:p>
          <a:p>
            <a:pPr>
              <a:defRPr sz="1800"/>
            </a:pPr>
            <a:r>
              <a:t>Общая выручка $373,848 при плане $375,000 (-0.3%) — план квартала почти достигнут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