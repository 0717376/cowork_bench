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Fall 2014 Semester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Overview and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Semester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Courses: 7</a:t>
            </a:r>
          </a:p>
          <a:p>
            <a:r>
              <a:t>Total Students: 11260</a:t>
            </a:r>
          </a:p>
          <a:p>
            <a:r>
              <a:t>Total Enrollments: 11285</a:t>
            </a:r>
          </a:p>
          <a:p>
            <a:r>
              <a:t>Total Assignments: 57</a:t>
            </a:r>
          </a:p>
          <a:p>
            <a:r>
              <a:t>Average Assignments per Course: 8.1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Прикладная аналитика и алгоритмы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AAA-2014J</a:t>
            </a:r>
          </a:p>
          <a:p>
            <a:r>
              <a:t>Total Students: 365</a:t>
            </a:r>
          </a:p>
          <a:p>
            <a:r>
              <a:t>Enrollments: 369</a:t>
            </a:r>
          </a:p>
          <a:p>
            <a:r>
              <a:t>Assignments: 6</a:t>
            </a:r>
          </a:p>
          <a:p>
            <a:r>
              <a:t>Average Points Possible: 33.3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Биохимия и биоинформатика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BBB-2014J</a:t>
            </a:r>
          </a:p>
          <a:p>
            <a:r>
              <a:t>Total Students: 2292</a:t>
            </a:r>
          </a:p>
          <a:p>
            <a:r>
              <a:t>Enrollments: 2296</a:t>
            </a:r>
          </a:p>
          <a:p>
            <a:r>
              <a:t>Assignments: 6</a:t>
            </a:r>
          </a:p>
          <a:p>
            <a:r>
              <a:t>Average Points Possible: 50.0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Креативные вычисления и культура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CCC-2014J</a:t>
            </a:r>
          </a:p>
          <a:p>
            <a:r>
              <a:t>Total Students: 2498</a:t>
            </a:r>
          </a:p>
          <a:p>
            <a:r>
              <a:t>Enrollments: 2501</a:t>
            </a:r>
          </a:p>
          <a:p>
            <a:r>
              <a:t>Assignments: 10</a:t>
            </a:r>
          </a:p>
          <a:p>
            <a:r>
              <a:t>Average Points Possible: 30.0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Проектирование на основе данных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DDD-2014J</a:t>
            </a:r>
          </a:p>
          <a:p>
            <a:r>
              <a:t>Total Students: 1803</a:t>
            </a:r>
          </a:p>
          <a:p>
            <a:r>
              <a:t>Enrollments: 1807</a:t>
            </a:r>
          </a:p>
          <a:p>
            <a:r>
              <a:t>Assignments: 7</a:t>
            </a:r>
          </a:p>
          <a:p>
            <a:r>
              <a:t>Average Points Possible: 28.6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Экологическая экономика и этика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EEE-2014J</a:t>
            </a:r>
          </a:p>
          <a:p>
            <a:r>
              <a:t>Total Students: 1188</a:t>
            </a:r>
          </a:p>
          <a:p>
            <a:r>
              <a:t>Enrollments: 1191</a:t>
            </a:r>
          </a:p>
          <a:p>
            <a:r>
              <a:t>Assignments: 5</a:t>
            </a:r>
          </a:p>
          <a:p>
            <a:r>
              <a:t>Average Points Possible: 40.0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Основы финансов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FFF-2014J</a:t>
            </a:r>
          </a:p>
          <a:p>
            <a:r>
              <a:t>Total Students: 2365</a:t>
            </a:r>
          </a:p>
          <a:p>
            <a:r>
              <a:t>Enrollments: 2369</a:t>
            </a:r>
          </a:p>
          <a:p>
            <a:r>
              <a:t>Assignments: 13</a:t>
            </a:r>
          </a:p>
          <a:p>
            <a:r>
              <a:t>Average Points Possible: 69.2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Глобальное управление и геополитика (Осень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GGG-2014J</a:t>
            </a:r>
          </a:p>
          <a:p>
            <a:r>
              <a:t>Total Students: 749</a:t>
            </a:r>
          </a:p>
          <a:p>
            <a:r>
              <a:t>Enrollments: 752</a:t>
            </a:r>
          </a:p>
          <a:p>
            <a:r>
              <a:t>Assignments: 10</a:t>
            </a:r>
          </a:p>
          <a:p>
            <a:r>
              <a:t>Average Points Possible: 100.0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Largest Course: Креативные вычисления и культура (Осень 2014) (2498 students)</a:t>
            </a:r>
          </a:p>
          <a:p>
            <a:r>
              <a:t>Smallest Course: Прикладная аналитика и алгоритмы (Осень 2014) (365 students)</a:t>
            </a:r>
          </a:p>
          <a:p>
            <a:r>
              <a:t>Most Assignments: Основы финансов (Осень 2014) (13 assignments)</a:t>
            </a:r>
          </a:p>
          <a:p>
            <a:r>
              <a:t>Total students across all courses: 11260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